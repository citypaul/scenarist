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Meet PayFlow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A1A1AA"/>
                </a:solidFill>
              </a:defRPr>
            </a:pPr>
            <a:r>
              <a:t>A Real Payment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Before we test...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Let's see what we're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Next.js 16 (App Router)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468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089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Tailwind CSS + shadcn/ui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74903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59E0B"/>
                </a:solidFill>
              </a:defRPr>
            </a:pPr>
            <a:r>
              <a:t>Three external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Nothing exotic. The kind of app you'd actually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Three External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743200"/>
          </a:xfrm>
          <a:prstGeom prst="roundRect">
            <a:avLst/>
          </a:prstGeom>
          <a:solidFill>
            <a:srgbClr val="EB5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Auth0</a:t>
            </a:r>
          </a:p>
          <a:p>
            <a:br/>
            <a:pPr algn="ctr">
              <a:defRPr sz="1600">
                <a:solidFill>
                  <a:srgbClr val="E4E4E7"/>
                </a:solidFill>
              </a:defRPr>
            </a:pPr>
            <a:r>
              <a:t>Authentication</a:t>
            </a:r>
            <a:br/>
            <a:r>
              <a:t>User Tiers</a:t>
            </a:r>
            <a:br/>
            <a:r>
              <a:t>Real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45920"/>
            <a:ext cx="3474720" cy="2743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Inventory Service</a:t>
            </a:r>
          </a:p>
          <a:p>
            <a:br/>
            <a:pPr algn="ctr">
              <a:defRPr sz="1600">
                <a:solidFill>
                  <a:srgbClr val="E4E4E7"/>
                </a:solidFill>
              </a:defRPr>
            </a:pPr>
            <a:r>
              <a:t>Promotional Offers</a:t>
            </a:r>
            <a:br/>
            <a:r>
              <a:t>json-server :3001</a:t>
            </a:r>
            <a:br/>
            <a:r>
              <a:t>NO test 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645920"/>
            <a:ext cx="3474720" cy="274320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Stripe</a:t>
            </a:r>
          </a:p>
          <a:p>
            <a:br/>
            <a:pPr algn="ctr">
              <a:defRPr sz="1600">
                <a:solidFill>
                  <a:srgbClr val="E4E4E7"/>
                </a:solidFill>
              </a:defRPr>
            </a:pPr>
            <a:r>
              <a:t>Payments</a:t>
            </a:r>
            <a:br/>
            <a:r>
              <a:t>Webhooks</a:t>
            </a:r>
            <a:br/>
            <a:r>
              <a:t>Real 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Real HTTP calls. Real latency. Real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Inventory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A1A1AA"/>
                </a:solidFill>
              </a:defRPr>
            </a:pPr>
            <a:r>
              <a:t>An internal API we consume but don't 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Unlike Stripe: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F4444"/>
                </a:solidFill>
              </a:defRPr>
            </a:pPr>
            <a:r>
              <a:t>No test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F4444"/>
                </a:solidFill>
              </a:defRPr>
            </a:pPr>
            <a:r>
              <a:t>No magic card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F4444"/>
                </a:solidFill>
              </a:defRPr>
            </a:pPr>
            <a:r>
              <a:t>No way to simulate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1A1AA"/>
                </a:solidFill>
              </a:defRPr>
            </a:pPr>
            <a:r>
              <a:t>This is your reality with internal microservices.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B5424"/>
                </a:solidFill>
              </a:defRPr>
            </a:pPr>
            <a:r>
              <a:t>Real Auth0 SDK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27432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87782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// src/lib/auth0.ts</a:t>
            </a:r>
            <a:br/>
            <a:r>
              <a:t>import { Auth0Client } from '@auth0/nextjs-auth0/server';</a:t>
            </a:r>
            <a:br/>
            <a:br/>
            <a:r>
              <a:t>export const auth0 = new Auth0Client();</a:t>
            </a:r>
            <a:br/>
            <a:br/>
            <a:r>
              <a:t>// Usage: await auth0.getSession()</a:t>
            </a:r>
            <a:br/>
            <a:r>
              <a:t>// Returns: { user: { email, tier, ... }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When you log in, it hits Auth0's servers.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5BFF"/>
                </a:solidFill>
              </a:defRPr>
            </a:pPr>
            <a:r>
              <a:t>Real Stripe SDK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27432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87782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// src/lib/stripe.ts</a:t>
            </a:r>
            <a:br/>
            <a:r>
              <a:t>import Stripe from 'stripe';</a:t>
            </a:r>
            <a:br/>
            <a:br/>
            <a:r>
              <a:t>export const getStripeServer = () =&gt; {</a:t>
            </a:r>
            <a:br/>
            <a:r>
              <a:t>  return new Stripe(process.env.STRIPE_SECRET_KEY!);</a:t>
            </a:r>
            <a:br/>
            <a:r>
              <a:t>};</a:t>
            </a:r>
            <a:br/>
            <a:br/>
            <a:r>
              <a:t>// Checkout sessions, webhooks - all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Payments go through Stripe's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Inventory Service (json-server)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29260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87782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4E4E7"/>
                </a:solidFill>
                <a:latin typeface="Menlo"/>
              </a:defRPr>
            </a:pPr>
            <a:r>
              <a:t>// Fetching offer availability</a:t>
            </a:r>
            <a:br/>
            <a:r>
              <a:t>const response = await fetch(</a:t>
            </a:r>
            <a:br/>
            <a:r>
              <a:t>  `${INVENTORY_SERVICE_URL}/inventory/${productId}`</a:t>
            </a:r>
            <a:br/>
            <a:r>
              <a:t>);</a:t>
            </a:r>
            <a:br/>
            <a:r>
              <a:t>const data = await response.json();</a:t>
            </a:r>
            <a:br/>
            <a:r>
              <a:t>// { id, productId, quantity, reserved }</a:t>
            </a:r>
            <a:br/>
            <a:br/>
            <a:r>
              <a:t>// Simulated with: npx json-server db.json --port 3001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Real HTTP calls to a real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Three Terminals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20116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Next.js</a:t>
            </a:r>
          </a:p>
          <a:p>
            <a:pPr>
              <a:defRPr sz="1600">
                <a:solidFill>
                  <a:srgbClr val="22C55E"/>
                </a:solidFill>
                <a:latin typeface="Menlo"/>
              </a:defRPr>
            </a:pPr>
            <a:r>
              <a:t>pnpm dev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localhost:3000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474720" cy="20116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Service</a:t>
            </a:r>
          </a:p>
          <a:p>
            <a:pPr>
              <a:defRPr sz="1600">
                <a:solidFill>
                  <a:srgbClr val="22C55E"/>
                </a:solidFill>
                <a:latin typeface="Menlo"/>
              </a:defRPr>
            </a:pPr>
            <a:r>
              <a:t>npm run inventory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localhost:3001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3474720" cy="20116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01168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Stripe CLI</a:t>
            </a:r>
          </a:p>
          <a:p>
            <a:pPr>
              <a:defRPr sz="1600">
                <a:solidFill>
                  <a:srgbClr val="22C55E"/>
                </a:solidFill>
                <a:latin typeface="Menlo"/>
              </a:defRPr>
            </a:pPr>
            <a:r>
              <a:t>stripe listen ...</a:t>
            </a:r>
          </a:p>
          <a:p>
            <a:pPr>
              <a:defRPr sz="1400">
                <a:solidFill>
                  <a:srgbClr val="A1A1AA"/>
                </a:solidFill>
              </a:defRPr>
            </a:pPr>
            <a:r>
              <a:t>webhooks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59E0B"/>
                </a:solidFill>
              </a:defRPr>
            </a:pPr>
            <a:r>
              <a:t>Real services. Real HTTP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Happy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1.  Sign In  Auth0 Universal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2.  Tier badge appears (Pro = 20% discount)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3.  Offer badges from Inventory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4.  Add to cart (see json-server logs)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5.  Checkout  Stripe (test card: 4242...)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6.  Webhook arrives (see Stripe CLI)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7.  Order appears in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This works great.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How Hard Is This To Test?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</a:defRPr>
            </a:pPr>
            <a:r>
              <a:t>The Easy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Happy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2C55E"/>
                </a:solidFill>
              </a:defRPr>
            </a:pPr>
            <a:r>
              <a:t>Just run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9E0B"/>
                </a:solidFill>
              </a:defRPr>
            </a:pPr>
            <a:r>
              <a:t>Only ONE scenario is truly easy.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The Annoying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Premium user discount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9E0B"/>
                </a:solidFill>
              </a:defRPr>
            </a:pPr>
            <a:r>
              <a:t>Need a Pro account in Auth0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Free user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9E0B"/>
                </a:solidFill>
              </a:defRPr>
            </a:pPr>
            <a:r>
              <a:t>Need ANOTHER Auth0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Payment declined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59E0B"/>
                </a:solidFill>
              </a:defRPr>
            </a:pPr>
            <a:r>
              <a:t>Stripe test card works (4000 0000 0000 0002)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Possible, but requires manual setup.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</a:defRPr>
            </a:pPr>
            <a:r>
              <a:t>The Hard Stuff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Offer ended (0 spots left)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F4444"/>
                </a:solidFill>
              </a:defRPr>
            </a:pPr>
            <a:r>
              <a:t>Edit db.json? Restart server?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Limited offer (3 spots)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F4444"/>
                </a:solidFill>
              </a:defRPr>
            </a:pPr>
            <a:r>
              <a:t>Edit db.json manually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Inventory service 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F4444"/>
                </a:solidFill>
              </a:defRPr>
            </a:pPr>
            <a:r>
              <a:t>Kill the server mid-test?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Auth0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F4444"/>
                </a:solidFill>
              </a:defRPr>
            </a:pPr>
            <a:r>
              <a:t>How do you make Auth0 fail on demand?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F4444"/>
                </a:solidFill>
              </a:defRPr>
            </a:pPr>
            <a:r>
              <a:t>The Impossible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22860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8142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Offer ends during checkout</a:t>
            </a:r>
          </a:p>
          <a:p>
            <a:br/>
            <a:pPr algn="ctr">
              <a:defRPr sz="2400">
                <a:solidFill>
                  <a:srgbClr val="FCA5A5"/>
                </a:solidFill>
              </a:defRPr>
            </a:pPr>
            <a:r>
              <a:t>User loads page  offer available</a:t>
            </a:r>
            <a:br/>
            <a:r>
              <a:t>User clicks checkout  someone takes last spot</a:t>
            </a:r>
            <a:br/>
            <a:r>
              <a:t>User clicks pay  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1A1AA"/>
                </a:solidFill>
              </a:defRPr>
            </a:pPr>
            <a:r>
              <a:t>Edit db.json WHILE the test runs? Time it perfectly?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That's not testing. That's praying.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50 Tests in Parallel?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All tests hit the same Auth0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All tests hit the same json-server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All tests hit the same Stripe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</a:defRPr>
            </a:pPr>
            <a:r>
              <a:t>Shared state = Test conflicts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2C55E"/>
                </a:solidFill>
              </a:defRPr>
            </a:pPr>
            <a:r>
              <a:t>Easy:  Happy path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59E0B"/>
                </a:solidFill>
              </a:defRPr>
            </a:pPr>
            <a:r>
              <a:t>Annoying:  Different tiers, declined 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F4444"/>
                </a:solidFill>
              </a:defRPr>
            </a:pPr>
            <a:r>
              <a:t>Hard:  Service errors, offer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F4444"/>
                </a:solidFill>
              </a:defRPr>
            </a:pPr>
            <a:r>
              <a:t>Impossible:  Sequences, parallel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62895" cy="1371600"/>
          </a:xfrm>
          <a:prstGeom prst="roundRect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98142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The more realistic your test, the harder it is to set up.</a:t>
            </a:r>
          </a:p>
          <a:p>
            <a:pPr algn="ctr">
              <a:defRPr sz="2400">
                <a:solidFill>
                  <a:srgbClr val="F59E0B"/>
                </a:solidFill>
              </a:defRPr>
            </a:pPr>
            <a:r>
              <a:t>Edge cases are nearly impossible.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1A1AA"/>
                </a:solidFill>
              </a:defRPr>
            </a:pPr>
            <a:r>
              <a:t>What if...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Same app. Same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But YOU control the responses.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t>Scenarist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json-server is still running...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22C55E"/>
                </a:solidFill>
              </a:defRPr>
            </a:pPr>
            <a:r>
              <a:t>But Scenarist intercepts BEFORE requests reach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657600"/>
            <a:ext cx="8534095" cy="164592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840480"/>
            <a:ext cx="816833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Your App  Scenarist  (intercepted)  json-server</a:t>
            </a:r>
          </a:p>
          <a:p>
            <a:pPr algn="ctr">
              <a:defRPr sz="1800">
                <a:solidFill>
                  <a:srgbClr val="A1A1AA"/>
                </a:solidFill>
              </a:defRPr>
            </a:pPr>
            <a:r>
              <a:t>                                           never reached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1A1AA"/>
                </a:solidFill>
              </a:defRPr>
            </a:pPr>
            <a:r>
              <a:t>Next: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One Server, Unlimited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Scenarist actually 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