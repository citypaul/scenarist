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One Server, Unlimited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A1A1AA"/>
                </a:solidFill>
              </a:defRPr>
            </a:pPr>
            <a:r>
              <a:t>Video 3: How Scenarist Makes Testing Easy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Remember the Testing Problem Table?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Easy: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9E0B"/>
                </a:solidFill>
              </a:defRPr>
            </a:pPr>
            <a:r>
              <a:t>Annoying: User tiers (pro/free)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9E0B"/>
                </a:solidFill>
              </a:defRPr>
            </a:pPr>
            <a:r>
              <a:t>Hard: Offer states, service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F4444"/>
                </a:solidFill>
              </a:defRPr>
            </a:pPr>
            <a:r>
              <a:t>Impossible: Offer ends during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F4444"/>
                </a:solidFill>
              </a:defRPr>
            </a:pPr>
            <a:r>
              <a:t>Impossible: 50 parallel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59E0B"/>
                </a:solidFill>
              </a:defRPr>
            </a:pPr>
            <a:r>
              <a:t>Let's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PayFlow's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Three backend services - all server-side HTTP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828800" cy="914400"/>
          </a:xfrm>
          <a:prstGeom prst="round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181B"/>
                </a:solidFill>
              </a:defRPr>
            </a:pPr>
            <a: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2860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181B"/>
                </a:solidFill>
              </a:defRPr>
            </a:pPr>
            <a:r>
              <a:t>Next.js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840480"/>
            <a:ext cx="32004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572000"/>
            <a:ext cx="32004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Inventory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5303520"/>
            <a:ext cx="3200400" cy="6400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Shipping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Your browser never talks to these services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If we can intercept those server-side calls,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59E0B"/>
                </a:solidFill>
              </a:defRPr>
            </a:pPr>
            <a:r>
              <a:t>we can return whatever we want.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Control Every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Pro user? Return { tier: 'pro'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Free user? Return { tier: 'free'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Offer ended? Return { quantity: 0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Shipping down? Return 500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No database changes. No test accounts. Just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9E0B"/>
                </a:solidFill>
              </a:defRPr>
            </a:pPr>
            <a:r>
              <a:t>Scenarist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Intercepts server-side HTTP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22C55E"/>
                </a:solidFill>
              </a:defRPr>
            </a:pPr>
            <a:r>
              <a:t>Returns whatever you specify.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Framework-Agnostic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390" y="1188720"/>
            <a:ext cx="4572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Your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390" y="2560320"/>
            <a:ext cx="45720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181B"/>
                </a:solidFill>
              </a:defRPr>
            </a:pPr>
            <a:r>
              <a:t>Scenarist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9390" y="3931920"/>
            <a:ext cx="45720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181B"/>
                </a:solidFill>
              </a:defRPr>
            </a:pPr>
            <a:r>
              <a:t>Framework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9390" y="5303520"/>
            <a:ext cx="4572000" cy="9144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MSW (Interception)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← Framework-agnostic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← Express, Next.js, etc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One Pattern, Any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Express today? Next.js tomorrow?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59E0B"/>
                </a:solidFill>
              </a:defRPr>
            </a:pPr>
            <a:r>
              <a:t>Only the adapter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9E0B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Two terminals: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560320"/>
            <a:ext cx="3657600" cy="2286000"/>
          </a:xfrm>
          <a:prstGeom prst="roundRect">
            <a:avLst/>
          </a:prstGeom>
          <a:solidFill>
            <a:srgbClr val="27272A"/>
          </a:solidFill>
          <a:ln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A1A1AA"/>
                </a:solidFill>
              </a:defRPr>
            </a:pPr>
            <a:r>
              <a:t>Terminal 1</a:t>
            </a:r>
          </a:p>
          <a:p>
            <a:br/>
            <a:pPr>
              <a:defRPr sz="1400">
                <a:solidFill>
                  <a:srgbClr val="22C55E"/>
                </a:solidFill>
                <a:latin typeface="Menlo"/>
              </a:defRPr>
            </a:pPr>
            <a:r>
              <a:t>$ pnpm dev</a:t>
            </a:r>
          </a:p>
          <a:p>
            <a:pPr>
              <a:defRPr sz="1400">
                <a:solidFill>
                  <a:srgbClr val="FFFFFF"/>
                </a:solidFill>
                <a:latin typeface="Menlo"/>
              </a:defRPr>
            </a:pPr>
            <a:r>
              <a:t>Next.js running...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560320"/>
            <a:ext cx="3657600" cy="2286000"/>
          </a:xfrm>
          <a:prstGeom prst="roundRect">
            <a:avLst/>
          </a:prstGeom>
          <a:solidFill>
            <a:srgbClr val="27272A"/>
          </a:solidFill>
          <a:ln>
            <a:solidFill>
              <a:srgbClr val="A1A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A1A1AA"/>
                </a:solidFill>
              </a:defRPr>
            </a:pPr>
            <a:r>
              <a:t>Terminal 2</a:t>
            </a:r>
          </a:p>
          <a:p>
            <a:br/>
            <a:pPr>
              <a:defRPr sz="1400">
                <a:solidFill>
                  <a:srgbClr val="22C55E"/>
                </a:solidFill>
                <a:latin typeface="Menlo"/>
              </a:defRPr>
            </a:pPr>
            <a:r>
              <a:t>$ pnpm inventory</a:t>
            </a:r>
          </a:p>
          <a:p>
            <a:pPr>
              <a:defRPr sz="1400">
                <a:solidFill>
                  <a:srgbClr val="FFFFFF"/>
                </a:solidFill>
                <a:latin typeface="Menlo"/>
              </a:defRPr>
            </a:pPr>
            <a:r>
              <a:t>Backend services...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Watch Terminal 2 - it should stay silent.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 1: Pro User Discount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solidFill>
            <a:srgbClr val="27272A"/>
          </a:solidFill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F3D0"/>
                </a:solidFill>
                <a:latin typeface="Menlo"/>
              </a:defRPr>
            </a:pPr>
            <a:r>
              <a:t>test("pro user sees 20% discount", async ({ page, switchScenario }) =&gt; {</a:t>
            </a:r>
            <a:br/>
            <a:r>
              <a:t>  await switchScenario("default");</a:t>
            </a:r>
            <a:br/>
            <a:r>
              <a:t>  await page.goto("/products/1");</a:t>
            </a:r>
            <a:br/>
            <a:r>
              <a:t>  await expect(page.getByText("20% off")).toBeVisible();</a:t>
            </a:r>
            <a:br/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22C55E"/>
                </a:solidFill>
              </a:defRPr>
            </a:pPr>
            <a:r>
              <a:t>User Service returns { tier: 'pro'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Discount applied.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 2: Free User Full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solidFill>
            <a:srgbClr val="27272A"/>
          </a:solidFill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F3D0"/>
                </a:solidFill>
                <a:latin typeface="Menlo"/>
              </a:defRPr>
            </a:pPr>
            <a:r>
              <a:t>test("free user sees full price", async ({ page, switchScenario }) =&gt; {</a:t>
            </a:r>
            <a:br/>
            <a:r>
              <a:t>  await switchScenario("freeUser");</a:t>
            </a:r>
            <a:br/>
            <a:r>
              <a:t>  await page.goto("/products/1");</a:t>
            </a:r>
            <a:br/>
            <a:r>
              <a:t>  await expect(page.getByText("$99.99")).toBeVisible();</a:t>
            </a:r>
            <a:br/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22C55E"/>
                </a:solidFill>
              </a:defRPr>
            </a:pPr>
            <a:r>
              <a:t>User Service returns { tier: 'free'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No test account needed. Just a different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 3: Offer 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solidFill>
            <a:srgbClr val="27272A"/>
          </a:solidFill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F3D0"/>
                </a:solidFill>
                <a:latin typeface="Menlo"/>
              </a:defRPr>
            </a:pPr>
            <a:r>
              <a:t>test("offer ended shows sold out", async ({ page, switchScenario }) =&gt; {</a:t>
            </a:r>
            <a:br/>
            <a:r>
              <a:t>  await switchScenario("offerEnded");</a:t>
            </a:r>
            <a:br/>
            <a:r>
              <a:t>  await page.goto("/products/1");</a:t>
            </a:r>
            <a:br/>
            <a:r>
              <a:t>  await expect(page.getByText("Sold Out")).toBeVisible();</a:t>
            </a:r>
            <a:br/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22C55E"/>
                </a:solidFill>
              </a:defRPr>
            </a:pPr>
            <a:r>
              <a:t>Inventory Service returns { quantity: 0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No database editing. Just a different response.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 4: Shipping Service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286000"/>
          </a:xfrm>
          <a:prstGeom prst="rect">
            <a:avLst/>
          </a:prstGeom>
          <a:solidFill>
            <a:srgbClr val="27272A"/>
          </a:solidFill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F3D0"/>
                </a:solidFill>
                <a:latin typeface="Menlo"/>
              </a:defRPr>
            </a:pPr>
            <a:r>
              <a:t>test("handles shipping errors gracefully", async ({ page, switchScenario }) =&gt; {</a:t>
            </a:r>
            <a:br/>
            <a:r>
              <a:t>  await switchScenario("shippingServiceDown");</a:t>
            </a:r>
            <a:br/>
            <a:r>
              <a:t>  await page.goto("/checkout");</a:t>
            </a:r>
            <a:br/>
            <a:r>
              <a:t>  await expect(page.getByText("Unable to load shipping")).toBeVisible();</a:t>
            </a:r>
            <a:br/>
            <a:r>
              <a:t>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F4444"/>
                </a:solidFill>
              </a:defRPr>
            </a:pPr>
            <a:r>
              <a:t>Shipping Service returns 500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Test your error handling without breaking anything.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Backend Services Terminal: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59E0B"/>
                </a:solidFill>
              </a:defRPr>
            </a:pPr>
            <a:r>
              <a:t>0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22C55E"/>
                </a:solidFill>
              </a:defRPr>
            </a:pPr>
            <a:r>
              <a:t>Scenarist intercepted everything.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The real services are running, but we never hit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Four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1. Pro user discount (was: Annoying)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2. Free user full price (was: Annoying)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3. Offer ended (was: Hard)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4. Shipping service down (was: Hard)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59E0B"/>
                </a:solidFill>
              </a:defRPr>
            </a:pPr>
            <a:r>
              <a:t>Now they're just...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Parallel Test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What about running 50 tests at once?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Test A (abc123)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proUser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B82F6"/>
                </a:solidFill>
              </a:defRPr>
            </a:pPr>
            <a:r>
              <a:t>20% discount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2860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Test B (def456)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freeUser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C55E"/>
                </a:solidFill>
              </a:defRPr>
            </a:pPr>
            <a:r>
              <a:t>Full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286000" cy="6400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Test C (ghi789)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657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657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offerEnded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657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855F7"/>
                </a:solidFill>
              </a:defRPr>
            </a:pPr>
            <a:r>
              <a:t>Sold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80560"/>
            <a:ext cx="228600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Test D (jkl012)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A1AA"/>
                </a:solidFill>
              </a:defRPr>
            </a:pPr>
            <a:r>
              <a:t>shippingDown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F4444"/>
                </a:solidFill>
              </a:defRPr>
            </a:pPr>
            <a:r>
              <a:t>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Same server. Same endpoints. Different responses.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x-scenarist-test-id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Every request includes this header.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Scenarist looks up the scenario for that specific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22C55E"/>
                </a:solidFill>
              </a:defRPr>
            </a:pPr>
            <a:r>
              <a:t>50 tests in parallel. Zero conflicts.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But What About...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EF4444"/>
                </a:solidFill>
              </a:defRPr>
            </a:pPr>
            <a:r>
              <a:t>"Offer ends during checkout"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The one that was truly impossible?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229600" cy="2560320"/>
          </a:xfrm>
          <a:prstGeom prst="rect">
            <a:avLst/>
          </a:prstGeom>
          <a:solidFill>
            <a:srgbClr val="27272A"/>
          </a:solidFill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F3D0"/>
                </a:solidFill>
                <a:latin typeface="Menlo"/>
              </a:defRPr>
            </a:pPr>
            <a:r>
              <a:t>// Response Sequences</a:t>
            </a:r>
            <a:br/>
            <a:r>
              <a:t>{</a:t>
            </a:r>
            <a:br/>
            <a:r>
              <a:t>  url: "/inventory/1",</a:t>
            </a:r>
            <a:br/>
            <a:r>
              <a:t>  sequence: [</a:t>
            </a:r>
            <a:br/>
            <a:r>
              <a:t>    { quantity: 15 },  // First call: available</a:t>
            </a:r>
            <a:br/>
            <a:r>
              <a:t>    { quantity: 0 },   // Second call: sold out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That's the next video.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One Server, Unlimited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github.com/citypaul/scenarist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Next: Response Sequences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