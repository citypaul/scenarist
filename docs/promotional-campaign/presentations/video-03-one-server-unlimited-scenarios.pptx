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One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59E0B"/>
                </a:solidFill>
              </a:defRPr>
            </a:pPr>
            <a:r>
              <a:t>Unlimited Scenarios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Remember the Testing Problem Table?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>
                <a:solidFill>
                  <a:srgbClr val="F59E0B"/>
                </a:solidFill>
              </a:defRPr>
            </a:pPr>
            <a:r>
              <a:t>Let's fix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22C55E"/>
                </a:solidFill>
              </a:defRPr>
            </a:pPr>
            <a:r>
              <a:t>Easy  Happy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59E0B"/>
                </a:solidFill>
              </a:defRPr>
            </a:pPr>
            <a:r>
              <a:t>Annoying  Different user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51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F4444"/>
                </a:solidFill>
              </a:defRPr>
            </a:pPr>
            <a:r>
              <a:t>Hard  Offer ended / limited stock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918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F4444"/>
                </a:solidFill>
              </a:defRPr>
            </a:pPr>
            <a:r>
              <a:t>Impossible  Offer ends during 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F4444"/>
                </a:solidFill>
              </a:defRPr>
            </a:pPr>
            <a:r>
              <a:t>Impossible  50 tests in parallel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We need to control what external APIs return.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The Core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We don't need these services to actually do anything.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59E0B"/>
                </a:solidFill>
              </a:defRPr>
            </a:pPr>
            <a:r>
              <a:t>We just need them to return the responses we want.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What if we could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what these services return?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F59E0B"/>
                </a:solidFill>
              </a:defRPr>
            </a:pPr>
            <a:r>
              <a:t>Without touching them at 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59E0B"/>
                </a:solidFill>
              </a:defRPr>
            </a:pPr>
            <a:r>
              <a:t>Scenarist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Intercepts HTTP requests before they reach services.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22C55E"/>
                </a:solidFill>
              </a:defRPr>
            </a:pPr>
            <a:r>
              <a:t>Returns whatever you specify.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Framework-Agnostic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390" y="1188720"/>
            <a:ext cx="4572000" cy="9144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09390" y="13716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Your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A1A1AA"/>
                </a:solidFill>
              </a:defRPr>
            </a:pPr>
            <a:r>
              <a:t>|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390" y="2377440"/>
            <a:ext cx="4572000" cy="914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9390" y="256032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8181B"/>
                </a:solidFill>
              </a:defRPr>
            </a:pPr>
            <a:r>
              <a:t>Scenarist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A1A1AA"/>
                </a:solidFill>
              </a:defRPr>
            </a:pPr>
            <a:r>
              <a:t>Framework-agnostic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A1A1AA"/>
                </a:solidFill>
              </a:defRPr>
            </a:pPr>
            <a:r>
              <a:t>|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9390" y="3840480"/>
            <a:ext cx="4572000" cy="91440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09390" y="402336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Framework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A1A1AA"/>
                </a:solidFill>
              </a:defRPr>
            </a:pPr>
            <a:r>
              <a:t>Express / Next.js / Fastify / Hono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A1A1AA"/>
                </a:solidFill>
              </a:defRPr>
            </a:pPr>
            <a:r>
              <a:t>|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09390" y="5303520"/>
            <a:ext cx="4572000" cy="91440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09390" y="54864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MSW (Interception)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Using Express today?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Migrating to Next.js tomorrow?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>
                <a:solidFill>
                  <a:srgbClr val="FFFFFF"/>
                </a:solidFill>
              </a:defRPr>
            </a:pPr>
            <a:r>
              <a:t>The patterns are the same.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</a:defRPr>
            </a:pPr>
            <a:r>
              <a:t>Only the adapter changes.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59E0B"/>
                </a:solidFill>
              </a:defRPr>
            </a:pPr>
            <a:r>
              <a:t>Live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182880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Next.js</a:t>
            </a:r>
          </a:p>
          <a:p>
            <a:pPr>
              <a:defRPr sz="1600">
                <a:solidFill>
                  <a:srgbClr val="22C55E"/>
                </a:solidFill>
                <a:latin typeface="Menlo"/>
              </a:defRPr>
            </a:pPr>
            <a:r>
              <a:t>pnpm dev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645920"/>
            <a:ext cx="3474720" cy="182880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828800"/>
            <a:ext cx="3108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Inventory Service</a:t>
            </a:r>
          </a:p>
          <a:p>
            <a:pPr>
              <a:defRPr sz="1600">
                <a:solidFill>
                  <a:srgbClr val="22C55E"/>
                </a:solidFill>
                <a:latin typeface="Menlo"/>
              </a:defRPr>
            </a:pPr>
            <a:r>
              <a:t>npm run inventory</a:t>
            </a:r>
          </a:p>
          <a:p>
            <a:pPr>
              <a:defRPr sz="1400">
                <a:solidFill>
                  <a:srgbClr val="A1A1AA"/>
                </a:solidFill>
              </a:defRPr>
            </a:pPr>
            <a:r>
              <a:t>Watch for requests...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645920"/>
            <a:ext cx="3474720" cy="182880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828800"/>
            <a:ext cx="3108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Playwright</a:t>
            </a:r>
          </a:p>
          <a:p>
            <a:pPr>
              <a:defRPr sz="1600">
                <a:solidFill>
                  <a:srgbClr val="22C55E"/>
                </a:solidFill>
                <a:latin typeface="Menlo"/>
              </a:defRPr>
            </a:pPr>
            <a:r>
              <a:t>npx playwright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PayFlow with Scenarist installed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Test 1: Happy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62895" cy="292608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997135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4E4E7"/>
                </a:solidFill>
                <a:latin typeface="Menlo"/>
              </a:defRPr>
            </a:pPr>
            <a:r>
              <a:t>test('happy path checkout', async ({ page, switchScenario }) =&gt; {</a:t>
            </a:r>
            <a:br/>
            <a:r>
              <a:t>  await switchScenario('default');</a:t>
            </a:r>
            <a:br/>
            <a:r>
              <a:t>  await page.goto('/products');</a:t>
            </a:r>
            <a:br/>
            <a:r>
              <a:t>  await page.click('[data-testid="add-to-cart"]');</a:t>
            </a:r>
            <a:br/>
            <a:r>
              <a:t>  await page.click('[data-testid="checkout"]');</a:t>
            </a:r>
            <a:br/>
            <a:r>
              <a:t>  await page.click('[data-testid="pay"]');</a:t>
            </a:r>
            <a:br/>
            <a:r>
              <a:t>  await expect(page.getByText('Order confirmed')).toBeVisible();</a:t>
            </a:r>
            <a:br/>
            <a:r>
              <a:t>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2C55E"/>
                </a:solidFill>
              </a:defRPr>
            </a:pPr>
            <a:r>
              <a:t>PASS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Test 2: Payment Declined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62895" cy="256032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997135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4E4E7"/>
                </a:solidFill>
                <a:latin typeface="Menlo"/>
              </a:defRPr>
            </a:pPr>
            <a:r>
              <a:t>test('payment declined shows error', async ({ page, switchScenario }) =&gt; {</a:t>
            </a:r>
            <a:br/>
            <a:r>
              <a:t>  await switchScenario('paymentDeclined');</a:t>
            </a:r>
            <a:br/>
            <a:r>
              <a:t>  await page.goto('/checkout');</a:t>
            </a:r>
            <a:br/>
            <a:r>
              <a:t>  await page.click('[data-testid="pay"]');</a:t>
            </a:r>
            <a:br/>
            <a:r>
              <a:t>  await expect(page.getByText('Card declined')).toBeVisible();</a:t>
            </a:r>
            <a:br/>
            <a:r>
              <a:t>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2C55E"/>
                </a:solidFill>
              </a:defRPr>
            </a:pPr>
            <a:r>
              <a:t>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59E0B"/>
                </a:solidFill>
              </a:defRPr>
            </a:pPr>
            <a:r>
              <a:t>Didn't change anything in Stripe.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Test 3: Offer Ended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62895" cy="219456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99713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4E4E7"/>
                </a:solidFill>
                <a:latin typeface="Menlo"/>
              </a:defRPr>
            </a:pPr>
            <a:r>
              <a:t>test('offer ended prevents purchase', async ({ page, switchScenario }) =&gt; {</a:t>
            </a:r>
            <a:br/>
            <a:r>
              <a:t>  await switchScenario('offerEnded');</a:t>
            </a:r>
            <a:br/>
            <a:r>
              <a:t>  await page.goto('/products');</a:t>
            </a:r>
            <a:br/>
            <a:r>
              <a:t>  await expect(page.getByText('Offer Ended')).toBeVisible();</a:t>
            </a:r>
            <a:br/>
            <a:r>
              <a:t>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2C55E"/>
                </a:solidFill>
              </a:defRPr>
            </a:pPr>
            <a:r>
              <a:t>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59E0B"/>
                </a:solidFill>
              </a:defRPr>
            </a:pPr>
            <a:r>
              <a:t>Didn't edit db.json.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Inventory Service Terminal: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2560320"/>
            <a:ext cx="6705295" cy="2286000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6339535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22C55E"/>
                </a:solidFill>
              </a:defRPr>
            </a:pPr>
            <a:r>
              <a:t>0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59E0B"/>
                </a:solidFill>
              </a:defRPr>
            </a:pPr>
            <a:r>
              <a:t>Scenarist intercepted everything.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Three scenarios that were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F4444"/>
                </a:solidFill>
              </a:defRPr>
            </a:pPr>
            <a:r>
              <a:t>'hard' or 'impossible'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2C55E"/>
                </a:solidFill>
              </a:defRPr>
            </a:pPr>
            <a:r>
              <a:t>Now they're just... tests.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A1A1AA"/>
                </a:solidFill>
              </a:defRPr>
            </a:pPr>
            <a:r>
              <a:t>But wait...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about parallel tests?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A1A1AA"/>
                </a:solidFill>
              </a:defRPr>
            </a:pPr>
            <a:r>
              <a:t>The table said that was impossible too.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</a:defRPr>
            </a:pPr>
            <a:r>
              <a:t>Test ID Isolation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Every request includes: x-scenarist-test-id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23390" y="2103120"/>
            <a:ext cx="9144000" cy="82296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97710" y="2286000"/>
            <a:ext cx="8595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2C55E"/>
                </a:solidFill>
              </a:defRPr>
            </a:pPr>
            <a:r>
              <a:t>Test A (test-id: abc123)  premiumUser  20% discount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23390" y="3108960"/>
            <a:ext cx="9144000" cy="82296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97710" y="3291840"/>
            <a:ext cx="8595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B82F6"/>
                </a:solidFill>
              </a:defRPr>
            </a:pPr>
            <a:r>
              <a:t>Test B (test-id: def456)  freeUser     Full price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23390" y="4114800"/>
            <a:ext cx="9144000" cy="82296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97710" y="4297680"/>
            <a:ext cx="8595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59E0B"/>
                </a:solidFill>
              </a:defRPr>
            </a:pPr>
            <a:r>
              <a:t>Test C (test-id: ghi789)  offerEnded   'Offer Ended'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Same server. Same endpoint.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6928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2C55E"/>
                </a:solidFill>
              </a:defRPr>
            </a:pPr>
            <a:r>
              <a:t>Different responses. Completely isolated.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50 tests in parallel?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22C55E"/>
                </a:solidFill>
              </a:defRPr>
            </a:pPr>
            <a:r>
              <a:t>Zero conflicts.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A1A1AA"/>
                </a:solidFill>
              </a:defRPr>
            </a:pPr>
            <a:r>
              <a:t>But what about...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F4444"/>
                </a:solidFill>
              </a:defRPr>
            </a:pPr>
            <a:r>
              <a:t>'Offer ends during checkout'?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A1A1AA"/>
                </a:solidFill>
              </a:defRPr>
            </a:pPr>
            <a:r>
              <a:t>That was truly impossible.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That requires sequences: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4572000"/>
            <a:ext cx="8534095" cy="164592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754880"/>
            <a:ext cx="816833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4E4E7"/>
                </a:solidFill>
                <a:latin typeface="Menlo"/>
              </a:defRPr>
            </a:pPr>
            <a:r>
              <a:t>sequence: [</a:t>
            </a:r>
            <a:br/>
            <a:r>
              <a:t>  { quantity: 15, reserved: 0 },   // First call: available</a:t>
            </a:r>
            <a:br/>
            <a:r>
              <a:t>  { quantity: 0, reserved: 0 },    // Second call: offer ended</a:t>
            </a:r>
            <a:br/>
            <a:r>
              <a:t>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A1A1AA"/>
                </a:solidFill>
              </a:defRPr>
            </a:pPr>
            <a:r>
              <a:t>Next: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Response 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Testing state changes over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