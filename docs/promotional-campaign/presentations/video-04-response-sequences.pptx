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Response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59E0B"/>
                </a:solidFill>
              </a:defRPr>
            </a:pPr>
            <a:r>
              <a:t>The Impossible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1A1AA"/>
                </a:solidFill>
              </a:defRPr>
            </a:pPr>
            <a:r>
              <a:t>Scenarist Video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1. User loads product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15 items in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2. User adds to cart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3. User fills payment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F4444"/>
                </a:solidFill>
              </a:defRPr>
            </a:pPr>
            <a:r>
              <a:t>4. Meanwhile...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Someone else buys the last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9E0B"/>
                </a:solidFill>
              </a:defRPr>
            </a:pPr>
            <a:r>
              <a:t>5. User clicks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What happens?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Traditional mocks return the same response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78638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server.use(</a:t>
            </a:r>
            <a:br/>
            <a:r>
              <a:t>  http.get("/api/inventory", () =&gt; {</a:t>
            </a:r>
            <a:br/>
            <a:r>
              <a:t>    return HttpResponse.json([{ quantity: 15 }]);</a:t>
            </a:r>
            <a:br/>
            <a:r>
              <a:t>  })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F4444"/>
                </a:solidFill>
              </a:defRPr>
            </a:pPr>
            <a:r>
              <a:t>Same endpoint. Same response. Every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Would You Test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Option 1: Edit db.json mid-test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Flaky, manual, unreproducible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Option 2: Two browser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Impossible to coordinate timing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Option 3: Mock at function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Not testing real HTTP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29200"/>
            <a:ext cx="91440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With Scenarist: Define sequence. Run test.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Response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Different response on each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27432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Call #1</a:t>
            </a:r>
            <a:br/>
            <a:r>
              <a:t>15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743200" cy="1371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Call #2</a:t>
            </a:r>
            <a:br/>
            <a:r>
              <a:t>0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286000"/>
            <a:ext cx="2743200" cy="1371600"/>
          </a:xfrm>
          <a:prstGeom prst="round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Call #3+</a:t>
            </a:r>
            <a:br/>
            <a:r>
              <a:t>0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Same endpoint → Different responses → Based on call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Sequence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144000" cy="41148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25880"/>
            <a:ext cx="8778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4E4E7"/>
                </a:solidFill>
                <a:latin typeface="Menlo"/>
              </a:defRPr>
            </a:pPr>
            <a:r>
              <a:t>sequence: {</a:t>
            </a:r>
            <a:br/>
            <a:r>
              <a:t>  responses: [</a:t>
            </a:r>
            <a:br/>
            <a:r>
              <a:t>    // First call (products page): in stock</a:t>
            </a:r>
            <a:br/>
            <a:r>
              <a:t>    { status: 200, body: [{ quantity: 15 }] },</a:t>
            </a:r>
            <a:br/>
            <a:br/>
            <a:r>
              <a:t>    // Second call (checkout): sold out</a:t>
            </a:r>
            <a:br/>
            <a:r>
              <a:t>    { status: 200, body: [{ quantity: 0 }] },</a:t>
            </a:r>
            <a:br/>
            <a:r>
              <a:t>  ],</a:t>
            </a:r>
            <a:br/>
            <a:r>
              <a:t>  repeat: "last",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repeat: "last" = keep returning final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✓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57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Same result every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✓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No timing coordination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✓ Real code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Actual HTTP calls are made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✓ Zero backend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00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MSW intercepts everything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Beyond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Sequences work for anything that changes over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6576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Payment Polling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240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pending → processing →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3657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Retry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154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fail → fail → succeed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3657600" cy="640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Session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valid → expired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46320"/>
            <a:ext cx="36576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State Machines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983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any state progression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59E0B"/>
                </a:solidFill>
              </a:defRPr>
            </a:pPr>
            <a:r>
              <a:t>Test scenarios that are impossible</a:t>
            </a:r>
            <a:br/>
            <a:r>
              <a:t>with real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Define sequence. Run test.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